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777" y="-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BB14-E2AB-4739-926D-1E4275892133}" type="datetimeFigureOut">
              <a:rPr lang="zh-CN" altLang="en-US" smtClean="0"/>
              <a:t>2023/6/10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46808-D554-4FCC-A213-65BC1C82D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95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BB14-E2AB-4739-926D-1E4275892133}" type="datetimeFigureOut">
              <a:rPr lang="zh-CN" altLang="en-US" smtClean="0"/>
              <a:t>2023/6/10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46808-D554-4FCC-A213-65BC1C82D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22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BB14-E2AB-4739-926D-1E4275892133}" type="datetimeFigureOut">
              <a:rPr lang="zh-CN" altLang="en-US" smtClean="0"/>
              <a:t>2023/6/10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46808-D554-4FCC-A213-65BC1C82D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6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BB14-E2AB-4739-926D-1E4275892133}" type="datetimeFigureOut">
              <a:rPr lang="zh-CN" altLang="en-US" smtClean="0"/>
              <a:t>2023/6/10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46808-D554-4FCC-A213-65BC1C82D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95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BB14-E2AB-4739-926D-1E4275892133}" type="datetimeFigureOut">
              <a:rPr lang="zh-CN" altLang="en-US" smtClean="0"/>
              <a:t>2023/6/10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46808-D554-4FCC-A213-65BC1C82D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307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BB14-E2AB-4739-926D-1E4275892133}" type="datetimeFigureOut">
              <a:rPr lang="zh-CN" altLang="en-US" smtClean="0"/>
              <a:t>2023/6/10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46808-D554-4FCC-A213-65BC1C82D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08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BB14-E2AB-4739-926D-1E4275892133}" type="datetimeFigureOut">
              <a:rPr lang="zh-CN" altLang="en-US" smtClean="0"/>
              <a:t>2023/6/10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46808-D554-4FCC-A213-65BC1C82D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544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BB14-E2AB-4739-926D-1E4275892133}" type="datetimeFigureOut">
              <a:rPr lang="zh-CN" altLang="en-US" smtClean="0"/>
              <a:t>2023/6/10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46808-D554-4FCC-A213-65BC1C82D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83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BB14-E2AB-4739-926D-1E4275892133}" type="datetimeFigureOut">
              <a:rPr lang="zh-CN" altLang="en-US" smtClean="0"/>
              <a:t>2023/6/10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46808-D554-4FCC-A213-65BC1C82D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08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BB14-E2AB-4739-926D-1E4275892133}" type="datetimeFigureOut">
              <a:rPr lang="zh-CN" altLang="en-US" smtClean="0"/>
              <a:t>2023/6/10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46808-D554-4FCC-A213-65BC1C82D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074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BB14-E2AB-4739-926D-1E4275892133}" type="datetimeFigureOut">
              <a:rPr lang="zh-CN" altLang="en-US" smtClean="0"/>
              <a:t>2023/6/10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46808-D554-4FCC-A213-65BC1C82D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449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ABB14-E2AB-4739-926D-1E4275892133}" type="datetimeFigureOut">
              <a:rPr lang="zh-CN" altLang="en-US" smtClean="0"/>
              <a:t>2023/6/10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46808-D554-4FCC-A213-65BC1C82D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666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数据库课程设计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说明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6641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按照题目要求完成数据库课程设计</a:t>
            </a:r>
            <a:endParaRPr lang="en-US" altLang="zh-CN" dirty="0" smtClean="0"/>
          </a:p>
          <a:p>
            <a:r>
              <a:rPr lang="en-US" altLang="zh-CN" dirty="0" smtClean="0"/>
              <a:t>DBMS</a:t>
            </a:r>
            <a:r>
              <a:rPr lang="zh-CN" altLang="en-US" dirty="0" smtClean="0"/>
              <a:t>：</a:t>
            </a:r>
            <a:r>
              <a:rPr lang="en-US" altLang="zh-CN" dirty="0" smtClean="0"/>
              <a:t>SQL SERVER/MySQL 7.0</a:t>
            </a:r>
            <a:r>
              <a:rPr lang="zh-CN" altLang="en-US" dirty="0" smtClean="0"/>
              <a:t>以上均可</a:t>
            </a:r>
            <a:endParaRPr lang="en-US" altLang="zh-CN" dirty="0" smtClean="0"/>
          </a:p>
          <a:p>
            <a:r>
              <a:rPr lang="zh-CN" altLang="en-US" dirty="0" smtClean="0"/>
              <a:t>注意：</a:t>
            </a:r>
            <a:r>
              <a:rPr lang="en-US" altLang="zh-CN" dirty="0" smtClean="0"/>
              <a:t>MYSQL</a:t>
            </a:r>
            <a:r>
              <a:rPr lang="zh-CN" altLang="en-US" dirty="0" smtClean="0"/>
              <a:t>必须</a:t>
            </a:r>
            <a:r>
              <a:rPr lang="en-US" altLang="zh-CN" dirty="0" smtClean="0"/>
              <a:t>7.0</a:t>
            </a:r>
            <a:r>
              <a:rPr lang="zh-CN" altLang="en-US" dirty="0" smtClean="0"/>
              <a:t>以上版本</a:t>
            </a:r>
            <a:endParaRPr lang="en-US" altLang="zh-CN" dirty="0" smtClean="0"/>
          </a:p>
          <a:p>
            <a:r>
              <a:rPr lang="zh-CN" altLang="en-US" dirty="0"/>
              <a:t>必须</a:t>
            </a:r>
            <a:r>
              <a:rPr lang="zh-CN" altLang="en-US" dirty="0" smtClean="0"/>
              <a:t>完成一个具有图形界面的完整的数据库应用系统</a:t>
            </a:r>
            <a:endParaRPr lang="en-US" altLang="zh-CN" dirty="0" smtClean="0"/>
          </a:p>
          <a:p>
            <a:r>
              <a:rPr lang="zh-CN" altLang="en-US" dirty="0" smtClean="0"/>
              <a:t>可以用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，也可以用其他开发环境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5526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答辩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dirty="0" smtClean="0"/>
              <a:t>数据库部分：</a:t>
            </a:r>
            <a:endParaRPr lang="en-US" altLang="zh-CN" dirty="0" smtClean="0"/>
          </a:p>
          <a:p>
            <a:r>
              <a:rPr lang="en-US" altLang="zh-CN" dirty="0" smtClean="0"/>
              <a:t>ER</a:t>
            </a:r>
            <a:r>
              <a:rPr lang="zh-CN" altLang="en-US" dirty="0" smtClean="0"/>
              <a:t>图及数据库模式设计合理</a:t>
            </a:r>
            <a:endParaRPr lang="en-US" altLang="zh-CN" dirty="0" smtClean="0"/>
          </a:p>
          <a:p>
            <a:r>
              <a:rPr lang="zh-CN" altLang="en-US" dirty="0" smtClean="0"/>
              <a:t>能找到已经创建的主键、外键、约束、视图，并能通过语句验证这些数据库对象的存在</a:t>
            </a:r>
            <a:endParaRPr lang="en-US" altLang="zh-CN" dirty="0" smtClean="0"/>
          </a:p>
          <a:p>
            <a:r>
              <a:rPr lang="zh-CN" altLang="en-US" dirty="0" smtClean="0"/>
              <a:t>触发器：能解释触发器，能写出触发触发器的语句，并能指出其在应用程序中的作用</a:t>
            </a:r>
            <a:endParaRPr lang="en-US" altLang="zh-CN" dirty="0" smtClean="0"/>
          </a:p>
          <a:p>
            <a:r>
              <a:rPr lang="zh-CN" altLang="en-US" dirty="0"/>
              <a:t>存储</a:t>
            </a:r>
            <a:r>
              <a:rPr lang="zh-CN" altLang="en-US" dirty="0" smtClean="0"/>
              <a:t>过程：能解释存储过程，能写出执行存储过程的语句，能在应用程序中调用存储过程。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7855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答辩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dirty="0" smtClean="0"/>
              <a:t>应用程序部分</a:t>
            </a:r>
            <a:endParaRPr lang="en-US" altLang="zh-CN" dirty="0" smtClean="0"/>
          </a:p>
          <a:p>
            <a:r>
              <a:rPr lang="zh-CN" altLang="en-US" dirty="0" smtClean="0"/>
              <a:t>答辩时会要求修改程序</a:t>
            </a:r>
            <a:endParaRPr lang="en-US" altLang="zh-CN" dirty="0" smtClean="0"/>
          </a:p>
          <a:p>
            <a:r>
              <a:rPr lang="zh-CN" altLang="en-US" dirty="0" smtClean="0"/>
              <a:t>了解程序编程架构</a:t>
            </a:r>
            <a:endParaRPr lang="en-US" altLang="zh-CN" dirty="0" smtClean="0"/>
          </a:p>
          <a:p>
            <a:r>
              <a:rPr lang="zh-CN" altLang="en-US" dirty="0" smtClean="0"/>
              <a:t>至少能独立完成增删改查编程。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0064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评分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数据库和编程各占</a:t>
            </a:r>
            <a:r>
              <a:rPr lang="en-US" altLang="zh-CN" dirty="0" smtClean="0"/>
              <a:t>50%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8810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162</Words>
  <Application>Microsoft Office PowerPoint</Application>
  <PresentationFormat>全屏显示(4:3)</PresentationFormat>
  <Paragraphs>23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主题​​</vt:lpstr>
      <vt:lpstr>数据库课程设计</vt:lpstr>
      <vt:lpstr>要求</vt:lpstr>
      <vt:lpstr>答辩</vt:lpstr>
      <vt:lpstr>答辩</vt:lpstr>
      <vt:lpstr>评分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数据库课程设计</dc:title>
  <dc:creator>yewen</dc:creator>
  <cp:lastModifiedBy>yewen</cp:lastModifiedBy>
  <cp:revision>5</cp:revision>
  <dcterms:created xsi:type="dcterms:W3CDTF">2023-06-10T13:01:17Z</dcterms:created>
  <dcterms:modified xsi:type="dcterms:W3CDTF">2023-06-10T13:45:06Z</dcterms:modified>
</cp:coreProperties>
</file>